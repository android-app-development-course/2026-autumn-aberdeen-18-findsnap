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148765a9-2857-43af-a9d0-7fc1be14776a.fntdata" /><ns0:Relationship Id="rIdFont16" Type="http://schemas.openxmlformats.org/officeDocument/2006/relationships/font" Target="fonts/4deb008e-d788-4caa-943a-806588a4bf3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268985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55076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MOBILE APP DEVELOPMENT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74615"/>
            <a:ext cx="11430000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FindSnap Business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78435"/>
            <a:ext cx="11430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Plus Jakarta Sans"/>
              </a:rPr>
              <a:t>Snap, Locate &amp; Retrieve: Smart Vision-Based Item Tracking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81300"/>
            <a:ext cx="5181600" cy="2228850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81300"/>
            <a:ext cx="5181600" cy="2228850"/>
          </a:xfrm>
          <a:prstGeom prst="roundRect">
            <a:avLst>
              <a:gd name="adj" fmla="val 68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313372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825" y="31337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326707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175" y="326707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01 / 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App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781425"/>
            <a:ext cx="58757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Snap &amp;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4425" y="4143375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Instant photo capture of drawers or storage boxes with automated AI object detection and tagging.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0825" y="3781425"/>
            <a:ext cx="55911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Smart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825" y="4143375"/>
            <a:ext cx="4572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Multi-modal keyword or voice queries instantly locate the exact photo and highlight item coordinates.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840384"/>
            <a:ext cx="10668000" cy="2110680"/>
          </a:xfrm>
          <a:prstGeom prst="rect">
            <a:avLst/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840384"/>
            <a:ext cx="57150" cy="21106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02 / CORE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Unique Selling Proposition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3297584"/>
            <a:ext cx="10915650" cy="396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1" sz="2400" i="0" u="none">
                <a:solidFill>
                  <a:srgbClr val="0369A1"/>
                </a:solidFill>
                <a:latin typeface="Plus Jakarta Sans"/>
              </a:rPr>
              <a:t>Zero-Friction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350" y="3884265"/>
            <a:ext cx="9791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Traditional apps require exhausting manual data entry. FindSnap replaces typing with a single panoramic photo, cutting recording cost down to zero while indexing dozens of items at once.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84152"/>
            <a:ext cx="5181600" cy="1822995"/>
          </a:xfrm>
          <a:prstGeom prst="roundRect">
            <a:avLst>
              <a:gd name="adj" fmla="val 83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84152"/>
            <a:ext cx="5181600" cy="1822995"/>
          </a:xfrm>
          <a:prstGeom prst="roundRect">
            <a:avLst>
              <a:gd name="adj" fmla="val 83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03 /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User Persona: The Busy Student / Renter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98477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669952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Li Ming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23, graduate student living in a compact campus dorm or rental apartment with limited storage space and high volume of small daily items.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29847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Core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669952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Misplaces essentials (keys, chargers, IDs) during rush hours; loses track of seasonal items stashed away in multiple unmarked cardboard boxes.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38475"/>
            <a:ext cx="340355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38475"/>
            <a:ext cx="340355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38475"/>
            <a:ext cx="3403550" cy="1714500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04 / GROWTH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Marketing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343275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Campus &amp; Social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676650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Short-form comparison videos on Xiaohongshu &amp; Douyin showcasing visual search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8950" y="3343275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Geek Communities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50" y="3676650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Targeting productivity enthusiasts via Product Hunt, V2EX, and tech blogs.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1100" y="3343275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ASO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100" y="3676650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Keyword tuning for search terms like "organizer", "item tracker", and "visual search".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84152"/>
            <a:ext cx="5181600" cy="1822995"/>
          </a:xfrm>
          <a:prstGeom prst="roundRect">
            <a:avLst>
              <a:gd name="adj" fmla="val 83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84152"/>
            <a:ext cx="5181600" cy="1822995"/>
          </a:xfrm>
          <a:prstGeom prst="roundRect">
            <a:avLst>
              <a:gd name="adj" fmla="val 83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05 / MONETIZATION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Financial Key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98477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Freemium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669952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Free: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Basic local snapshots and search.</a:t>
            </a:r>
            <a:r>
              <a:t>
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Pro Subscription: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Multi-device cloud sync, unlimited storage, and high-precision cloud AI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29847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Key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669952"/>
            <a:ext cx="46482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CAC: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~3-5 RMB via organic social sharing.</a:t>
            </a:r>
            <a:r>
              <a:t>
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Conversion Rate: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Target 3% to 5% active user upgrade to Pro subscription.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24162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24162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24162"/>
            <a:ext cx="340355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09600"/>
            <a:ext cx="1143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06 / TESTING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38200"/>
            <a:ext cx="11430000" cy="400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Channels to Validate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128962"/>
            <a:ext cx="34924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595687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MVP Pain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890962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Dormitory testing with 20 students shooting cluttered desks to measure recognition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50" y="3128962"/>
            <a:ext cx="34924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8950" y="3595687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Beta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50" y="3890962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Releasing early APK versions to 50 testers to gather feedback on false positives and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3128962"/>
            <a:ext cx="3492437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595687"/>
            <a:ext cx="36670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Metric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890962"/>
            <a:ext cx="28892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Tracking Day-7 retention and average log-in time to validate friction reduction.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89975" y="2981325"/>
            <a:ext cx="3011899" cy="523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64217" y="3657600"/>
            <a:ext cx="346341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